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86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479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96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OPERATING SYSTEMS · TECHNICAL 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700007"/>
            <a:ext cx="10883392" cy="1412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4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an OS Runs a Modern Computer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290020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9D3D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 scheduling, memory allocation and I/O operations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FA1BB-3A2B-EFE7-7975-02BD5EB3BA73}"/>
              </a:ext>
            </a:extLst>
          </p:cNvPr>
          <p:cNvSpPr txBox="1"/>
          <p:nvPr/>
        </p:nvSpPr>
        <p:spPr>
          <a:xfrm>
            <a:off x="914400" y="5238750"/>
            <a:ext cx="1525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Presented by :</a:t>
            </a:r>
          </a:p>
          <a:p>
            <a:r>
              <a:rPr lang="en-IN" dirty="0">
                <a:solidFill>
                  <a:schemeClr val="bg1"/>
                </a:solidFill>
              </a:rPr>
              <a:t>K. Tejaswi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2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Core Functions of the OS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B3E2C5-FCDA-98E2-4BD2-5309847CBCEB}"/>
              </a:ext>
            </a:extLst>
          </p:cNvPr>
          <p:cNvSpPr txBox="1"/>
          <p:nvPr/>
        </p:nvSpPr>
        <p:spPr>
          <a:xfrm>
            <a:off x="1066800" y="1966436"/>
            <a:ext cx="889635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Scheduling: Manages CPU time among different programs.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Allocation: Allocates RAM to running programs.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Operations: Manages input and output devices.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functions help programs work together.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improve system performance and reliability.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0E311256-9761-3AE6-4F8C-570EB327C367}"/>
              </a:ext>
            </a:extLst>
          </p:cNvPr>
          <p:cNvSpPr>
            <a:spLocks noGrp="1"/>
          </p:cNvSpPr>
          <p:nvPr/>
        </p:nvSpPr>
        <p:spPr>
          <a:xfrm>
            <a:off x="654304" y="5969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ct val="0"/>
              </a:spcBef>
              <a:buNone/>
              <a:defRPr lang="en-US" sz="3600" kern="12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 scheduling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3EC96-E350-5DDC-3058-7EB0CE10A9AC}"/>
              </a:ext>
            </a:extLst>
          </p:cNvPr>
          <p:cNvSpPr txBox="1"/>
          <p:nvPr/>
        </p:nvSpPr>
        <p:spPr>
          <a:xfrm>
            <a:off x="781050" y="1380262"/>
            <a:ext cx="828675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Decides which process gets the CPU.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multiple running processes.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CPU time to each process.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and restores process information during context switching.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CPU work efficiently without wasting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1BDE98-5579-B31C-52D5-63B940E553E9}"/>
              </a:ext>
            </a:extLst>
          </p:cNvPr>
          <p:cNvSpPr>
            <a:spLocks noGrp="1"/>
          </p:cNvSpPr>
          <p:nvPr/>
        </p:nvSpPr>
        <p:spPr>
          <a:xfrm>
            <a:off x="654304" y="5969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ct val="0"/>
              </a:spcBef>
              <a:buNone/>
              <a:defRPr lang="en-US" sz="3600" kern="12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allocation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B23BB-F539-6D22-2379-801BF788595C}"/>
              </a:ext>
            </a:extLst>
          </p:cNvPr>
          <p:cNvSpPr txBox="1"/>
          <p:nvPr/>
        </p:nvSpPr>
        <p:spPr>
          <a:xfrm>
            <a:off x="835279" y="1832313"/>
            <a:ext cx="8489696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computer's main memory (RAM).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memory to different processes.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separate memory spaces for programs.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one process from accessing another process's memory.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virtual memory and paging to manage memory efficiently.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DB0F48-6366-E65E-D792-86406DC6E039}"/>
              </a:ext>
            </a:extLst>
          </p:cNvPr>
          <p:cNvSpPr>
            <a:spLocks noGrp="1"/>
          </p:cNvSpPr>
          <p:nvPr/>
        </p:nvSpPr>
        <p:spPr>
          <a:xfrm>
            <a:off x="654304" y="5969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ct val="0"/>
              </a:spcBef>
              <a:buNone/>
              <a:defRPr lang="en-US" sz="3600" kern="12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I/O operations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CAC42-14D2-CC72-4D50-F024FC786B4F}"/>
              </a:ext>
            </a:extLst>
          </p:cNvPr>
          <p:cNvSpPr txBox="1"/>
          <p:nvPr/>
        </p:nvSpPr>
        <p:spPr>
          <a:xfrm>
            <a:off x="885825" y="1641813"/>
            <a:ext cx="9144000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input and output devices.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devices like keyboards, printers and disks.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device drivers to communicate with hardware.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Interrupts notify the CPU when a device needs attention or completes an operation.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 transfers data between devices and memory with less CPU involvement.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IN" sz="3200" dirty="0"/>
              <a:t>Conclusion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07701-C426-A7F4-0FCA-F891279B49B5}"/>
              </a:ext>
            </a:extLst>
          </p:cNvPr>
          <p:cNvSpPr txBox="1"/>
          <p:nvPr/>
        </p:nvSpPr>
        <p:spPr>
          <a:xfrm>
            <a:off x="812800" y="1754022"/>
            <a:ext cx="91440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System manages all computer resources.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 manages CPU usage.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 manages RAM.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operations manage communication with devices.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functions work together to provide smooth and efficient computer operation.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260</Words>
  <Application>Microsoft Office PowerPoint</Application>
  <PresentationFormat>Widescreen</PresentationFormat>
  <Paragraphs>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Helvetica</vt:lpstr>
      <vt:lpstr>Helvetica Neue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 Core Functions</dc:title>
  <dc:subject/>
  <dc:creator/>
  <cp:lastModifiedBy>Tejaswi K</cp:lastModifiedBy>
  <cp:revision>6</cp:revision>
  <dcterms:created xsi:type="dcterms:W3CDTF">2026-10-19T16:13:29Z</dcterms:created>
  <dcterms:modified xsi:type="dcterms:W3CDTF">2026-10-27T06:34:02Z</dcterms:modified>
</cp:coreProperties>
</file>